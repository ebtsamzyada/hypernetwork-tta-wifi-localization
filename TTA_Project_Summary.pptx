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683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3E40-942E-D6CB-28B3-2630BCD4E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6CB24-07EF-C360-D14E-D18175A24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650EC-9E2C-2A12-8A55-B9B3CFF49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E873C-5982-E0A5-97C1-93B681E56E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54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Hypernetwork-Driven Test-Time Adaptation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WiFi Indoor Localization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59152"/>
            <a:ext cx="8046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Base network: a simple MLP, trained once offline, frozen forever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Hypernetwork reads statistics of a rolling buffer of UNLABELED fingerprints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It predicts a weight correction for the base network's FINAL LAYER 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No ground-truth labels are ever used at deployment time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UJIIndoorLoc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Baseline 10.80m -&gt; found a real floor-conflation bug (floors share near-identical footprints) -&gt; fixed with a floor classifier -&gt; 8.05m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</a:rPr>
              <a:t>Hypernetwork design, 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890810"/>
            <a:ext cx="804672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00053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Result: </a:t>
            </a:r>
            <a:r>
              <a:rPr lang="en-US" sz="1400" dirty="0">
                <a:solidFill>
                  <a:srgbClr val="374151"/>
                </a:solidFill>
              </a:rPr>
              <a:t>13.60m → 13.37m under drift  (~1.7% relative improvement)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32057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as sparsity-limited: only 3.8% of 520 APs visible per fingerprint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Switch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denser datasets, compared directly on AP visibility and split feasibility: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1627632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UJIIndoorLoc (current)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(merged)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SOD-HCXY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SOD-SYL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few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SOD-CETC331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grouping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SOD-HCXY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3310128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~6x denser AP visibility than UJIIndoorLoc -- directly tests the sparsity hypothesis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Single floor -- sidesteps the floor-conflation problem entirely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Same UserID/PhoneID grouping metadata, so the same leakage-free split methodology applies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Official train/test split verified to have ZERO overlapping reference points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SOD-HCXY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35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baseline: 8.47m mean / 3.98m median error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3716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92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headline result -- averaged across 15 independent random drift realizations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11.66m ± 0.29m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715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10.78m ± 0.19m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63240" y="2715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+0.88m (7.6%)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2715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 seeds: adapted beat frozen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E7640-1280-033B-5650-581DB661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CDB728-137D-1253-5754-F0AF0AAC0856}"/>
              </a:ext>
            </a:extLst>
          </p:cNvPr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SOD-HCXY Results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C56057-EE78-C0A3-993A-443650526EA7}"/>
              </a:ext>
            </a:extLst>
          </p:cNvPr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baseline: 8.47m mean / 3.98m median error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8F4196-78AE-8350-9787-FE6EB0CF9693}"/>
              </a:ext>
            </a:extLst>
          </p:cNvPr>
          <p:cNvSpPr/>
          <p:nvPr/>
        </p:nvSpPr>
        <p:spPr>
          <a:xfrm>
            <a:off x="548640" y="1353312"/>
            <a:ext cx="8046720" cy="13716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3AD6F2-0500-0F4C-2D7A-110BDCEA2649}"/>
              </a:ext>
            </a:extLst>
          </p:cNvPr>
          <p:cNvSpPr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headline result -- averaged across 15 independent random drift realizations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5E3F1F-4E30-880C-4F5F-8B061088381D}"/>
              </a:ext>
            </a:extLst>
          </p:cNvPr>
          <p:cNvSpPr/>
          <p:nvPr/>
        </p:nvSpPr>
        <p:spPr>
          <a:xfrm>
            <a:off x="640080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11.66m ± 0.29m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1F491D6-0F62-17C1-BE02-9617652A4C84}"/>
              </a:ext>
            </a:extLst>
          </p:cNvPr>
          <p:cNvSpPr/>
          <p:nvPr/>
        </p:nvSpPr>
        <p:spPr>
          <a:xfrm>
            <a:off x="64008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F4D9AC7-59B7-8B0F-C328-40C18B9E0EE2}"/>
              </a:ext>
            </a:extLst>
          </p:cNvPr>
          <p:cNvSpPr/>
          <p:nvPr/>
        </p:nvSpPr>
        <p:spPr>
          <a:xfrm>
            <a:off x="3063240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10.78m ± 0.19m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0ECA975-EB8E-CB5C-BB12-BD1F279248D7}"/>
              </a:ext>
            </a:extLst>
          </p:cNvPr>
          <p:cNvSpPr/>
          <p:nvPr/>
        </p:nvSpPr>
        <p:spPr>
          <a:xfrm>
            <a:off x="306324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546DCD8-A35A-476C-1257-17A583E408A2}"/>
              </a:ext>
            </a:extLst>
          </p:cNvPr>
          <p:cNvSpPr/>
          <p:nvPr/>
        </p:nvSpPr>
        <p:spPr>
          <a:xfrm>
            <a:off x="5486400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+0.88m (7.6%)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FE41DE2-0990-C248-F5E1-E3108E0EA5FC}"/>
              </a:ext>
            </a:extLst>
          </p:cNvPr>
          <p:cNvSpPr/>
          <p:nvPr/>
        </p:nvSpPr>
        <p:spPr>
          <a:xfrm>
            <a:off x="548640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253D1C4-2750-1AEE-9B8B-9541827DDFC5}"/>
              </a:ext>
            </a:extLst>
          </p:cNvPr>
          <p:cNvSpPr/>
          <p:nvPr/>
        </p:nvSpPr>
        <p:spPr>
          <a:xfrm>
            <a:off x="548640" y="28163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 seeds: adapted beat frozen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073222D-4B04-8AFC-5094-0A70C36EA9F1}"/>
              </a:ext>
            </a:extLst>
          </p:cNvPr>
          <p:cNvSpPr/>
          <p:nvPr/>
        </p:nvSpPr>
        <p:spPr>
          <a:xfrm>
            <a:off x="548640" y="3127248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Verified real, not trivial shrinkage: correction magnitude tracks the TRUE hidden drift severity, growing within a session and resetting at each new session boundary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</a:rPr>
              <a:t>Tried more complexity (trunk-level correction, not just the head) -- flat-to-slightly-worse (7.4% vs 8.5%); reverted to the simpler head-only mechanism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93455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961120" cy="217627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UJIIndoorLoc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SOD-HCXY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visibility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8.47m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 -&gt; adapted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13.60m -&gt; 13.37m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11.66m -&gt; 10.78m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improvement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7.6-8.5%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4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15/15 seeds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410712"/>
            <a:ext cx="8046720" cy="11887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77240" y="35387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Key takeaway:  </a:t>
            </a:r>
            <a:r>
              <a:rPr lang="en-US" sz="1400" dirty="0">
                <a:solidFill>
                  <a:srgbClr val="374151"/>
                </a:solidFill>
              </a:rPr>
              <a:t>Sparse RSSI → weak TTA effect. Dense RSSI → real, robust TTA effect.</a:t>
            </a:r>
            <a:endParaRPr lang="en-US" sz="1400" dirty="0"/>
          </a:p>
        </p:txBody>
      </p:sp>
      <p:sp>
        <p:nvSpPr>
          <p:cNvPr id="3" name="Text 3"/>
          <p:cNvSpPr/>
          <p:nvPr/>
        </p:nvSpPr>
        <p:spPr>
          <a:xfrm>
            <a:off x="777240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comparison -- not either number alone -- is the cleanest finding: AP density determines whether buffer-statistics-driven test-time adaptation can separate “location” from “drift.”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449</Words>
  <Application>Microsoft Office PowerPoint</Application>
  <PresentationFormat>On-screen Show (16:9)</PresentationFormat>
  <Paragraphs>100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Hypernetwork TTA for WiFi Localization</dc:title>
  <dc:subject>PptxGenJS Presentation</dc:subject>
  <dc:creator>Research Summary</dc:creator>
  <cp:lastModifiedBy>EbtsamZyada</cp:lastModifiedBy>
  <cp:revision>2</cp:revision>
  <dcterms:created xsi:type="dcterms:W3CDTF">2026-07-10T07:18:32Z</dcterms:created>
  <dcterms:modified xsi:type="dcterms:W3CDTF">2026-07-10T07:46:11Z</dcterms:modified>
</cp:coreProperties>
</file>